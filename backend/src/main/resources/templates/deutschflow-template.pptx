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LAYOUT_TYPE:TITLE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LAYOUT_TYPE:AGENDA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LAYOUT_TYPE:SECTION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LAYOUT_TYPE:CONTENT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LAYOUT_TYPE:TWO_COLUMN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LAYOUT_TYPE:EXAMPLE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LAYOUT_TYPE:SUMMARY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1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56400"/>
            <a:ext cx="12188952" cy="10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36552" y="0"/>
            <a:ext cx="1524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{{TITLE}}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78BFA"/>
                </a:solidFill>
                <a:latin typeface="Calibri"/>
              </a:rPr>
              <a:t>{{SUBTITLE}}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663440"/>
            <a:ext cx="2743200" cy="59436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73200" y="470916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0E7FF"/>
                </a:solidFill>
                <a:latin typeface="Calibri"/>
              </a:rPr>
              <a:t>{{OBJ0}}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663440"/>
            <a:ext cx="2743200" cy="59436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3600" y="470916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0E7FF"/>
                </a:solidFill>
                <a:latin typeface="Calibri"/>
              </a:rPr>
              <a:t>{{OBJ1}}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663440"/>
            <a:ext cx="2743200" cy="59436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74000" y="470916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0E7FF"/>
                </a:solidFill>
                <a:latin typeface="Calibri"/>
              </a:rPr>
              <a:t>{{OBJ2}}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78BFA"/>
                </a:solidFill>
                <a:latin typeface="Calibri"/>
              </a:rPr>
              <a:t>DeutschFlow · AI Lesson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2860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{{TITLE}}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127000" y="1143000"/>
            <a:ext cx="12061952" cy="6202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44600"/>
            <a:ext cx="406400" cy="406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2446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295400"/>
            <a:ext cx="11247120" cy="355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{{ITEM0}}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7000" y="1801368"/>
            <a:ext cx="12061952" cy="6202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902968"/>
            <a:ext cx="406400" cy="406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902968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953768"/>
            <a:ext cx="11247120" cy="355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{{ITEM1}}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7000" y="2459736"/>
            <a:ext cx="12061952" cy="6202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561336"/>
            <a:ext cx="406400" cy="406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2561336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2612136"/>
            <a:ext cx="11247120" cy="355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{{ITEM2}}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7000" y="3118104"/>
            <a:ext cx="12061952" cy="6202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19704"/>
            <a:ext cx="406400" cy="406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3219704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3270504"/>
            <a:ext cx="11247120" cy="355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{{ITEM3}}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7000" y="3776472"/>
            <a:ext cx="12061952" cy="6202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878072"/>
            <a:ext cx="406400" cy="406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3878072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928872"/>
            <a:ext cx="11247120" cy="355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{{ITEM4}}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7000" y="4434840"/>
            <a:ext cx="12061952" cy="6202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4536440"/>
            <a:ext cx="406400" cy="406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453644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587240"/>
            <a:ext cx="11247120" cy="355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{{ITEM5}}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7000" y="5093208"/>
            <a:ext cx="12061952" cy="6202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5194808"/>
            <a:ext cx="406400" cy="406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5194808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5245608"/>
            <a:ext cx="11247120" cy="355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{{ITEM6}}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17352" y="6578600"/>
            <a:ext cx="1280160" cy="254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DeutschFlow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389120" cy="101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4000" y="21031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0E7FF"/>
                </a:solidFill>
                <a:latin typeface="Calibri"/>
              </a:rPr>
              <a:t>PHẦN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4000" y="2560320"/>
            <a:ext cx="4114800" cy="1645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{{TITLE}}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2103120"/>
            <a:ext cx="50800" cy="2286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286000"/>
            <a:ext cx="6858000" cy="1828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{{SUBTITLE}}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17352" y="6578600"/>
            <a:ext cx="1280160" cy="254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DeutschFlow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78408"/>
            <a:ext cx="12188952" cy="635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3200" y="182880"/>
            <a:ext cx="11704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{{TITLE}}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203200" y="1102360"/>
            <a:ext cx="11782552" cy="648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3200" y="1102360"/>
            <a:ext cx="76200" cy="6482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1203960"/>
            <a:ext cx="11553952" cy="4958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{{BULLET0}}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3200" y="1852168"/>
            <a:ext cx="11782552" cy="648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200" y="1852168"/>
            <a:ext cx="76200" cy="6482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1953768"/>
            <a:ext cx="11553952" cy="4958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{{BULLET1}}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3200" y="2601976"/>
            <a:ext cx="11782552" cy="648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3200" y="2601976"/>
            <a:ext cx="76200" cy="6482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000" y="2703576"/>
            <a:ext cx="11553952" cy="4958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{{BULLET2}}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3200" y="3351784"/>
            <a:ext cx="11782552" cy="648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3200" y="3351784"/>
            <a:ext cx="76200" cy="6482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1000" y="3453384"/>
            <a:ext cx="11553952" cy="4958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{{BULLET3}}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3200" y="4101592"/>
            <a:ext cx="11782552" cy="648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3200" y="4101592"/>
            <a:ext cx="76200" cy="6482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000" y="4203192"/>
            <a:ext cx="11553952" cy="4958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{{BULLET4}}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3200" y="4851400"/>
            <a:ext cx="11782552" cy="648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3200" y="4851400"/>
            <a:ext cx="76200" cy="6482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000" y="4953000"/>
            <a:ext cx="11553952" cy="4958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{{BULLET5}}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17352" y="6578600"/>
            <a:ext cx="1280160" cy="254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DeutschFlow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635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3200" y="164592"/>
            <a:ext cx="11704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{{TITLE}}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03200" y="1005840"/>
            <a:ext cx="5760720" cy="5943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0200" y="1107440"/>
            <a:ext cx="550672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{{LEFT_TITLE}}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76072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4920" y="1107440"/>
            <a:ext cx="550672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{{RIGHT_TITLE}}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3200" y="1600200"/>
            <a:ext cx="5760720" cy="687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0200" y="1701800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{{LEFT0}}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760720" cy="687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4920" y="1701800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{{RIGHT0}}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3200" y="2313432"/>
            <a:ext cx="5760720" cy="6878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0200" y="2415032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{{LEFT1}}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313432"/>
            <a:ext cx="5760720" cy="68783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4920" y="2415032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{{RIGHT1}}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3200" y="3026664"/>
            <a:ext cx="5760720" cy="687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0200" y="3128264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{{LEFT2}}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026664"/>
            <a:ext cx="5760720" cy="687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4920" y="3128264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{{RIGHT2}}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3200" y="3739896"/>
            <a:ext cx="5760720" cy="6878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200" y="3841496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{{LEFT3}}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739896"/>
            <a:ext cx="5760720" cy="68783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4920" y="3841496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{{RIGHT3}}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3200" y="4453128"/>
            <a:ext cx="5760720" cy="687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0200" y="4554728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{{LEFT4}}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453128"/>
            <a:ext cx="5760720" cy="687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4920" y="4554728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{{RIGHT4}}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3200" y="5166360"/>
            <a:ext cx="5760720" cy="6878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0200" y="5267960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{{LEFT5}}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166360"/>
            <a:ext cx="5760720" cy="68783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4920" y="5267960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{{RIGHT5}}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17352" y="6578600"/>
            <a:ext cx="1280160" cy="254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DeutschFlow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635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3200" y="164592"/>
            <a:ext cx="11704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{{TITLE}}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03200" y="1005840"/>
            <a:ext cx="5760720" cy="5943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0200" y="1107440"/>
            <a:ext cx="550672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{{LEFT_TITLE}}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76072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4920" y="1107440"/>
            <a:ext cx="550672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{{RIGHT_TITLE}}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3200" y="1600200"/>
            <a:ext cx="5760720" cy="687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0200" y="1701800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{{LEFT0}}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760720" cy="687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4920" y="1701800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{{RIGHT0}}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3200" y="2313432"/>
            <a:ext cx="5760720" cy="6878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0200" y="2415032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{{LEFT1}}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313432"/>
            <a:ext cx="5760720" cy="68783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4920" y="2415032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{{RIGHT1}}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3200" y="3026664"/>
            <a:ext cx="5760720" cy="687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0200" y="3128264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{{LEFT2}}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026664"/>
            <a:ext cx="5760720" cy="687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4920" y="3128264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{{RIGHT2}}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3200" y="3739896"/>
            <a:ext cx="5760720" cy="6878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200" y="3841496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{{LEFT3}}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739896"/>
            <a:ext cx="5760720" cy="68783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4920" y="3841496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{{RIGHT3}}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3200" y="4453128"/>
            <a:ext cx="5760720" cy="687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0200" y="4554728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{{LEFT4}}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453128"/>
            <a:ext cx="5760720" cy="687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4920" y="4554728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{{RIGHT4}}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3200" y="5166360"/>
            <a:ext cx="5760720" cy="6878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0200" y="5267960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{{LEFT5}}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166360"/>
            <a:ext cx="5760720" cy="68783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4920" y="5267960"/>
            <a:ext cx="5506720" cy="510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{{RIGHT5}}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17352" y="6578600"/>
            <a:ext cx="1280160" cy="254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DeutschFlow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635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3200" y="164592"/>
            <a:ext cx="11704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200" y="102412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✓  Điểm chính cần nhớ</a:t>
            </a:r>
          </a:p>
        </p:txBody>
      </p:sp>
      <p:sp>
        <p:nvSpPr>
          <p:cNvPr id="7" name="Rectangle 6"/>
          <p:cNvSpPr/>
          <p:nvPr/>
        </p:nvSpPr>
        <p:spPr>
          <a:xfrm>
            <a:off x="203200" y="1371600"/>
            <a:ext cx="11782552" cy="570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3200" y="1371600"/>
            <a:ext cx="76200" cy="5709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1473200"/>
            <a:ext cx="11553952" cy="3931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{{KP0}}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3200" y="1993392"/>
            <a:ext cx="11782552" cy="570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200" y="1993392"/>
            <a:ext cx="76200" cy="5709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2094992"/>
            <a:ext cx="11553952" cy="3931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{{KP1}}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3200" y="2615184"/>
            <a:ext cx="11782552" cy="570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3200" y="2615184"/>
            <a:ext cx="76200" cy="5709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000" y="2716784"/>
            <a:ext cx="11553952" cy="3931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{{KP2}}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3200" y="3236976"/>
            <a:ext cx="11782552" cy="570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3200" y="3236976"/>
            <a:ext cx="76200" cy="5709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1000" y="3338576"/>
            <a:ext cx="11553952" cy="3931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{{KP3}}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3200" y="3858768"/>
            <a:ext cx="11782552" cy="570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3200" y="3858768"/>
            <a:ext cx="76200" cy="5709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000" y="3960368"/>
            <a:ext cx="11553952" cy="3931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{{KP4}}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3200" y="4572000"/>
            <a:ext cx="11782552" cy="82296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3200" y="4572000"/>
            <a:ext cx="7620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000" y="4648200"/>
            <a:ext cx="2743200" cy="279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Calibri"/>
              </a:rPr>
              <a:t>📝  Bài tập về nhà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" y="4927600"/>
            <a:ext cx="11553952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{{HOMEWORK}}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17352" y="6578600"/>
            <a:ext cx="1280160" cy="254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DeutschFlow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